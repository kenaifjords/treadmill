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57" r:id="rId6"/>
    <p:sldId id="261" r:id="rId7"/>
    <p:sldId id="268" r:id="rId8"/>
    <p:sldId id="263" r:id="rId9"/>
    <p:sldId id="262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3093A-6819-478D-BE12-892BF01A7361}" v="2" dt="2024-06-18T23:00:11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 m" userId="33ab2cc4ec646a75" providerId="LiveId" clId="{0863093A-6819-478D-BE12-892BF01A7361}"/>
    <pc:docChg chg="custSel addSld modSld sldOrd">
      <pc:chgData name="rachel m" userId="33ab2cc4ec646a75" providerId="LiveId" clId="{0863093A-6819-478D-BE12-892BF01A7361}" dt="2024-06-26T19:38:29.022" v="65" actId="22"/>
      <pc:docMkLst>
        <pc:docMk/>
      </pc:docMkLst>
      <pc:sldChg chg="addSp modSp new ord">
        <pc:chgData name="rachel m" userId="33ab2cc4ec646a75" providerId="LiveId" clId="{0863093A-6819-478D-BE12-892BF01A7361}" dt="2024-06-26T19:38:16.708" v="42"/>
        <pc:sldMkLst>
          <pc:docMk/>
          <pc:sldMk cId="1632217564" sldId="262"/>
        </pc:sldMkLst>
        <pc:picChg chg="add mod">
          <ac:chgData name="rachel m" userId="33ab2cc4ec646a75" providerId="LiveId" clId="{0863093A-6819-478D-BE12-892BF01A7361}" dt="2024-06-18T22:57:59.415" v="1"/>
          <ac:picMkLst>
            <pc:docMk/>
            <pc:sldMk cId="1632217564" sldId="262"/>
            <ac:picMk id="4" creationId="{A9122EBE-C4DF-1E28-060A-F5A36F01FAF8}"/>
          </ac:picMkLst>
        </pc:picChg>
      </pc:sldChg>
      <pc:sldChg chg="addSp modSp new mod">
        <pc:chgData name="rachel m" userId="33ab2cc4ec646a75" providerId="LiveId" clId="{0863093A-6819-478D-BE12-892BF01A7361}" dt="2024-06-18T23:00:25.411" v="5" actId="207"/>
        <pc:sldMkLst>
          <pc:docMk/>
          <pc:sldMk cId="3725333958" sldId="263"/>
        </pc:sldMkLst>
        <pc:spChg chg="add mod">
          <ac:chgData name="rachel m" userId="33ab2cc4ec646a75" providerId="LiveId" clId="{0863093A-6819-478D-BE12-892BF01A7361}" dt="2024-06-18T23:00:25.411" v="5" actId="207"/>
          <ac:spMkLst>
            <pc:docMk/>
            <pc:sldMk cId="3725333958" sldId="263"/>
            <ac:spMk id="5" creationId="{98D48DF5-77D6-019C-13B4-860EF25A2441}"/>
          </ac:spMkLst>
        </pc:spChg>
        <pc:picChg chg="add mod">
          <ac:chgData name="rachel m" userId="33ab2cc4ec646a75" providerId="LiveId" clId="{0863093A-6819-478D-BE12-892BF01A7361}" dt="2024-06-18T23:00:11.986" v="3"/>
          <ac:picMkLst>
            <pc:docMk/>
            <pc:sldMk cId="3725333958" sldId="263"/>
            <ac:picMk id="4" creationId="{1796A9F9-79DA-00CF-35C0-4E94550E7E21}"/>
          </ac:picMkLst>
        </pc:picChg>
      </pc:sldChg>
      <pc:sldChg chg="addSp modSp new mod">
        <pc:chgData name="rachel m" userId="33ab2cc4ec646a75" providerId="LiveId" clId="{0863093A-6819-478D-BE12-892BF01A7361}" dt="2024-06-20T21:21:51.513" v="13" actId="1076"/>
        <pc:sldMkLst>
          <pc:docMk/>
          <pc:sldMk cId="3023976067" sldId="264"/>
        </pc:sldMkLst>
        <pc:picChg chg="add mod">
          <ac:chgData name="rachel m" userId="33ab2cc4ec646a75" providerId="LiveId" clId="{0863093A-6819-478D-BE12-892BF01A7361}" dt="2024-06-20T21:21:31.524" v="10" actId="1076"/>
          <ac:picMkLst>
            <pc:docMk/>
            <pc:sldMk cId="3023976067" sldId="264"/>
            <ac:picMk id="5" creationId="{8C9B3E06-C408-3904-C4F2-2F3B949013B0}"/>
          </ac:picMkLst>
        </pc:picChg>
        <pc:picChg chg="add mod">
          <ac:chgData name="rachel m" userId="33ab2cc4ec646a75" providerId="LiveId" clId="{0863093A-6819-478D-BE12-892BF01A7361}" dt="2024-06-20T21:21:51.513" v="13" actId="1076"/>
          <ac:picMkLst>
            <pc:docMk/>
            <pc:sldMk cId="3023976067" sldId="264"/>
            <ac:picMk id="7" creationId="{371B2BAB-546A-3543-D865-F8D640204CF0}"/>
          </ac:picMkLst>
        </pc:picChg>
      </pc:sldChg>
      <pc:sldChg chg="addSp modSp new mod">
        <pc:chgData name="rachel m" userId="33ab2cc4ec646a75" providerId="LiveId" clId="{0863093A-6819-478D-BE12-892BF01A7361}" dt="2024-06-22T00:05:03.801" v="26" actId="1076"/>
        <pc:sldMkLst>
          <pc:docMk/>
          <pc:sldMk cId="4013417727" sldId="265"/>
        </pc:sldMkLst>
        <pc:spChg chg="mod">
          <ac:chgData name="rachel m" userId="33ab2cc4ec646a75" providerId="LiveId" clId="{0863093A-6819-478D-BE12-892BF01A7361}" dt="2024-06-22T00:04:57.024" v="23" actId="5793"/>
          <ac:spMkLst>
            <pc:docMk/>
            <pc:sldMk cId="4013417727" sldId="265"/>
            <ac:spMk id="2" creationId="{F9A09EE8-3D32-8FB3-D637-9C94FCD0E9E0}"/>
          </ac:spMkLst>
        </pc:spChg>
        <pc:picChg chg="add mod">
          <ac:chgData name="rachel m" userId="33ab2cc4ec646a75" providerId="LiveId" clId="{0863093A-6819-478D-BE12-892BF01A7361}" dt="2024-06-22T00:05:03.801" v="26" actId="1076"/>
          <ac:picMkLst>
            <pc:docMk/>
            <pc:sldMk cId="4013417727" sldId="265"/>
            <ac:picMk id="5" creationId="{9C17D90C-1CF2-2892-5E0A-ED9556E8244F}"/>
          </ac:picMkLst>
        </pc:picChg>
      </pc:sldChg>
      <pc:sldChg chg="addSp modSp new mod">
        <pc:chgData name="rachel m" userId="33ab2cc4ec646a75" providerId="LiveId" clId="{0863093A-6819-478D-BE12-892BF01A7361}" dt="2024-06-22T00:20:14.976" v="38" actId="20577"/>
        <pc:sldMkLst>
          <pc:docMk/>
          <pc:sldMk cId="3277022191" sldId="266"/>
        </pc:sldMkLst>
        <pc:spChg chg="mod">
          <ac:chgData name="rachel m" userId="33ab2cc4ec646a75" providerId="LiveId" clId="{0863093A-6819-478D-BE12-892BF01A7361}" dt="2024-06-22T00:20:14.976" v="38" actId="20577"/>
          <ac:spMkLst>
            <pc:docMk/>
            <pc:sldMk cId="3277022191" sldId="266"/>
            <ac:spMk id="2" creationId="{8335D859-C32B-0401-57C1-62F3EDEA1FC0}"/>
          </ac:spMkLst>
        </pc:spChg>
        <pc:picChg chg="add">
          <ac:chgData name="rachel m" userId="33ab2cc4ec646a75" providerId="LiveId" clId="{0863093A-6819-478D-BE12-892BF01A7361}" dt="2024-06-22T00:20:11.330" v="28" actId="22"/>
          <ac:picMkLst>
            <pc:docMk/>
            <pc:sldMk cId="3277022191" sldId="266"/>
            <ac:picMk id="5" creationId="{E00B86A8-8969-F5B0-50F8-F102C84F995C}"/>
          </ac:picMkLst>
        </pc:picChg>
      </pc:sldChg>
      <pc:sldChg chg="addSp new mod">
        <pc:chgData name="rachel m" userId="33ab2cc4ec646a75" providerId="LiveId" clId="{0863093A-6819-478D-BE12-892BF01A7361}" dt="2024-06-22T00:31:07.529" v="40" actId="22"/>
        <pc:sldMkLst>
          <pc:docMk/>
          <pc:sldMk cId="1406813361" sldId="267"/>
        </pc:sldMkLst>
        <pc:picChg chg="add">
          <ac:chgData name="rachel m" userId="33ab2cc4ec646a75" providerId="LiveId" clId="{0863093A-6819-478D-BE12-892BF01A7361}" dt="2024-06-22T00:31:07.529" v="40" actId="22"/>
          <ac:picMkLst>
            <pc:docMk/>
            <pc:sldMk cId="1406813361" sldId="267"/>
            <ac:picMk id="5" creationId="{A8F0FD79-A87D-BEE9-9537-36AE6244607A}"/>
          </ac:picMkLst>
        </pc:picChg>
      </pc:sldChg>
      <pc:sldChg chg="addSp modSp new mod">
        <pc:chgData name="rachel m" userId="33ab2cc4ec646a75" providerId="LiveId" clId="{0863093A-6819-478D-BE12-892BF01A7361}" dt="2024-06-26T19:38:29.022" v="65" actId="22"/>
        <pc:sldMkLst>
          <pc:docMk/>
          <pc:sldMk cId="193699308" sldId="268"/>
        </pc:sldMkLst>
        <pc:spChg chg="mod">
          <ac:chgData name="rachel m" userId="33ab2cc4ec646a75" providerId="LiveId" clId="{0863093A-6819-478D-BE12-892BF01A7361}" dt="2024-06-26T19:38:26.735" v="64" actId="20577"/>
          <ac:spMkLst>
            <pc:docMk/>
            <pc:sldMk cId="193699308" sldId="268"/>
            <ac:spMk id="2" creationId="{CBF71EFA-F8BD-9F81-C88D-16B05B040AF8}"/>
          </ac:spMkLst>
        </pc:spChg>
        <pc:picChg chg="add">
          <ac:chgData name="rachel m" userId="33ab2cc4ec646a75" providerId="LiveId" clId="{0863093A-6819-478D-BE12-892BF01A7361}" dt="2024-06-26T19:38:29.022" v="65" actId="22"/>
          <ac:picMkLst>
            <pc:docMk/>
            <pc:sldMk cId="193699308" sldId="268"/>
            <ac:picMk id="5" creationId="{A667B238-FB96-EF97-08E8-9BD3F2D2DE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0A18-B5FC-A1C5-C938-08F550129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9F21E-AD36-1579-FCA6-1993DA3DD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8B7E-F3EF-C6D0-70E9-41FD05A1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7890-BC46-B2BF-AE9D-B72B302D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1CD3-2035-1CCD-7426-241D4A6C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7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549C-1352-DF93-95A2-DCE02986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E44B3-AE39-F340-FDCB-30D037155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5AF99-E6B0-A66C-8231-F8FEF9E9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06E8-12D3-486E-EFA6-A02A8484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E8C7D-C8FE-ACCD-6ED6-13D33D28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8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6C5E-1FE6-0CAA-6080-DFED97A91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48754-99DB-CB71-5669-AD2CFE856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7464-D3D0-A8F2-BD06-3AB7499B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F8A8A-59B6-FDE4-EED8-5EA2BBF63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4E52C-6147-F78B-052B-99AAAED2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0597-1E6D-13D8-391E-62BA1405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02D8A-17F5-35FB-D090-C939DCA02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763A3-DFFC-1DFD-6AF8-67BF7EA3C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7484F-29AF-FA30-AFB1-7373013C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35278-1780-6D54-35FF-9DA48D1D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EB988-F722-2A54-938D-57350C25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0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DCA7-E412-2539-CBE2-E8A790DD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F3C9B-C0CD-7CCF-3367-825A6C178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0F892-0685-BCBA-1649-C20026A31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6517D-3F78-A976-EC5F-3A18B1495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744DB-22A0-6A09-2729-7EAB53D18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DD1C20-F2A1-73F3-1E2B-FF90235C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06E932-644F-ACD9-DE5A-DBA3AF50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678AC-EE0A-2769-21F5-DE178E00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1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E8CD-49B1-B46D-3233-59D9DCC3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7FB8D-83F5-68A9-0571-11D46FA3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C14C6-E76B-1CC0-A4C4-F7FA4979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99B9F-3C68-0E9D-227F-67D9C39F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42623-6039-C0DD-CFC0-0D11EDDCF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49843-1845-01D2-A60C-C069202C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62270-0C07-3405-D1CF-288ADEAC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2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3876-58D5-F58F-AD22-DE50B874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5E63-B2A6-2A4C-8031-C0DBA4B9A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1E7F-2CC2-0FB5-8AA1-3AD74BFB5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61136-FA92-0E18-7DF9-0C7552DD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32615-D04A-4BB8-B611-F4777BDE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D086D-A552-FCE8-8D06-97F676A1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8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671E-17EB-A488-963E-5AADB64D5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1D9EF-769C-A02E-A17E-7F26A817D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07794-C833-E204-65E1-687300B21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C143C-C3AE-024D-2C2B-DDB64389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1AD13-8A87-A3AC-0D8A-E3659074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BF48A-4491-51A8-7EF6-94E9DD13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39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A5CC-09D3-F1D6-B853-912833FC2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0C0E7-676E-CB15-EB24-8A9A4EA71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50CF-06BF-E4B2-231B-BA5E6989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2AD36-EEFE-C4E7-1A4B-B0D033EBD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41859-A0A6-0385-9949-5C7D777E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9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35E18-A9D3-E050-739F-F6938F25A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72EB7-B82D-2E9D-2BE0-4CB1EA81F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83205-3D24-4C67-1252-7650FFB1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50B78-6E64-6123-C793-4FE872B6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138B0-0D1D-929B-CA6D-D3F7C3B2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F57F9-C542-A83D-D087-DD22D9AE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7F30E-C1F8-7ACF-8494-9FB146495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5102-7267-19DD-B24B-14B5C5C56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038B3-EBB3-45D8-A139-080BE3D8DB84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0EF8-4602-5D9D-7000-2B7605C4F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96392-1DD0-EB24-2633-7A742F825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3012-1AC6-4C88-9D5A-21829041A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3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D69A-A69B-BFB3-B3EE-08EE445EB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SPLIT-BELT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93999-3BEF-CD8F-E4A4-516A40D9B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 and arrange figures (2024 June)</a:t>
            </a:r>
          </a:p>
        </p:txBody>
      </p:sp>
    </p:spTree>
    <p:extLst>
      <p:ext uri="{BB962C8B-B14F-4D97-AF65-F5344CB8AC3E}">
        <p14:creationId xmlns:p14="http://schemas.microsoft.com/office/powerpoint/2010/main" val="280096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7757-7DBF-B3C4-A495-11527A11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E7DEE44-9B6C-D4CD-B063-137B9AE8D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961" y="0"/>
            <a:ext cx="5831039" cy="6858000"/>
          </a:xfrm>
        </p:spPr>
      </p:pic>
    </p:spTree>
    <p:extLst>
      <p:ext uri="{BB962C8B-B14F-4D97-AF65-F5344CB8AC3E}">
        <p14:creationId xmlns:p14="http://schemas.microsoft.com/office/powerpoint/2010/main" val="98780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891A-7B15-388B-C76F-D1CEAF6A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41B1-49DF-D111-5188-E6096BD1A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D91BC-D0EB-B78E-2CAB-522F4084E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170" y="0"/>
            <a:ext cx="4025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5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1B75-E085-C4F4-E62F-5DD07682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EAA5CCB-B0A5-B256-484D-8415094DF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029" y="2640359"/>
            <a:ext cx="6281941" cy="2721870"/>
          </a:xfrm>
        </p:spPr>
      </p:pic>
    </p:spTree>
    <p:extLst>
      <p:ext uri="{BB962C8B-B14F-4D97-AF65-F5344CB8AC3E}">
        <p14:creationId xmlns:p14="http://schemas.microsoft.com/office/powerpoint/2010/main" val="49126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1919-24A1-08F4-4D66-7B0885FA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7264-5168-25CA-2429-A1942CB2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Ground reaction force profiles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7EBB1432-E800-A57B-A621-DB482BD7EF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0"/>
            <a:ext cx="5943600" cy="672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8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6574-158D-F6D8-1D8F-A3CFC3F9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493B0C-F0CE-2F67-68AA-B330F8C52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988" y="1825625"/>
            <a:ext cx="8300024" cy="4351338"/>
          </a:xfrm>
        </p:spPr>
      </p:pic>
    </p:spTree>
    <p:extLst>
      <p:ext uri="{BB962C8B-B14F-4D97-AF65-F5344CB8AC3E}">
        <p14:creationId xmlns:p14="http://schemas.microsoft.com/office/powerpoint/2010/main" val="395961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1EFA-F8BD-9F81-C88D-16B05B040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length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A062B-3BF6-DF3A-FD6F-B7E62E6EA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7B238-FB96-EF97-08E8-9BD3F2D2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428750"/>
            <a:ext cx="8953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C5D4-55CF-D13A-C3A9-BF4675D2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1B9D-0E96-3D30-ABD2-08E9A8A51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computer screen with a line of colorful lines&#10;&#10;Description automatically generated with medium confidence">
            <a:extLst>
              <a:ext uri="{FF2B5EF4-FFF2-40B4-BE49-F238E27FC236}">
                <a16:creationId xmlns:a16="http://schemas.microsoft.com/office/drawing/2014/main" id="{1796A9F9-79DA-00CF-35C0-4E94550E7E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669222"/>
            <a:ext cx="5943600" cy="15195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D48DF5-77D6-019C-13B4-860EF25A2441}"/>
              </a:ext>
            </a:extLst>
          </p:cNvPr>
          <p:cNvSpPr/>
          <p:nvPr/>
        </p:nvSpPr>
        <p:spPr>
          <a:xfrm>
            <a:off x="3011055" y="2484582"/>
            <a:ext cx="2253672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1A5F-6A9A-E44D-C2EB-9F674254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BF8F-B8B2-B847-CD73-96BFFCC2E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9122EBE-C4DF-1E28-060A-F5A36F01FA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318578"/>
            <a:ext cx="5943600" cy="422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1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230D-949F-94AD-2F5B-96546925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129B3-DC46-F600-FA4B-5C9796C5B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B3E06-C408-3904-C4F2-2F3B94901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649" y="142875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B2BAB-546A-3543-D865-F8D640204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351" y="1551709"/>
            <a:ext cx="6739536" cy="38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7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9EE8-3D32-8FB3-D637-9C94FCD0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Washout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FAF5-CC0E-95C3-10B6-CA5BC906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7D90C-1CF2-2892-5E0A-ED9556E82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410" y="2261466"/>
            <a:ext cx="5693118" cy="233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17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D859-C32B-0401-57C1-62F3EDEA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586F-BC09-9A37-8C92-B753B465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B86A8-8969-F5B0-50F8-F102C84F9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8750"/>
            <a:ext cx="11049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22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3E73-9987-0A8A-CBC6-472F75619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5C6C8-9210-32D8-D846-C01724E39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0FD79-A87D-BEE9-9537-36AE6244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2340"/>
            <a:ext cx="12192000" cy="28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13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7123</TotalTime>
  <Words>20</Words>
  <Application>Microsoft Office PowerPoint</Application>
  <PresentationFormat>Widescreen</PresentationFormat>
  <Paragraphs>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SPLIT-BELT PAPER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length variance</vt:lpstr>
      <vt:lpstr>PowerPoint Presentation</vt:lpstr>
      <vt:lpstr>PowerPoint Presentation</vt:lpstr>
      <vt:lpstr>PowerPoint Presentation</vt:lpstr>
      <vt:lpstr>Washout </vt:lpstr>
      <vt:lpstr>relearning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SPLIT-BELT PAPER</dc:title>
  <dc:creator>Rachel Marbaker</dc:creator>
  <cp:lastModifiedBy>rachel m</cp:lastModifiedBy>
  <cp:revision>1</cp:revision>
  <dcterms:created xsi:type="dcterms:W3CDTF">2024-06-06T20:37:11Z</dcterms:created>
  <dcterms:modified xsi:type="dcterms:W3CDTF">2024-06-26T19:38:35Z</dcterms:modified>
</cp:coreProperties>
</file>